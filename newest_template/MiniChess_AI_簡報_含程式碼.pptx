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Mini Project 2 · 迷你西洋棋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28800"/>
            <a:ext cx="106070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MiniChess AI 演算法說明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3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Negamax 到 PVS 主變例搜尋引擎(含程式碼解說)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Weak 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Strong 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Boss 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PVS + 置換表 + 靜止搜尋 + 選擇性深度  |  10 局全勝(2000ms,雙方輪流先手)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整體架構:分層強化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54864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引擎以 </a:t>
            </a:r>
            <a:r>
              <a:rPr sz="16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Negamax + 迭代加深</a:t>
            </a:r>
            <a:r>
              <a:rPr sz="160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 為骨架,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再一層層往上疊加:核心剪枝 → 加速結構 → 選擇性深度 → 評估函數。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每一層都讓搜尋「更快」或「更準」,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最終在相同時間內看得更深、下得更強。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64792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評估函數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5798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子力 · 位置表 · 王安全 · 兵形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24912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43784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選擇性深度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36976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將軍延伸 · LMR · 空著裁剪 · 期望窗口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03904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2277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加速結構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315968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置換表 · 走法排序 · 靜止搜尋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82896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5001768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核心搜尋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94960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Negamax → Alpha-Beta → PVS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CORE SEARCH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Negamax 負極大值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(game_state == WIN)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  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P_MAX - ply;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  // 越快將死越好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int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best = M_MAX;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for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(auto&amp; a : legal_actions) 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State* nx = next_state(a);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int score =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-eval_ctx(nx, depth-1, ...)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(score &gt; best) best = score;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// 取最大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best;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統一雙方視角:取最大,並對子節點取負。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一條公式處理雙方(零和賽局)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score = −eval_ctx(child) 是核心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正分 = 對走子方有利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終端:可吃王回傳 P_MAX − ply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是 Alpha-Beta / PVS 的基礎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CORE SEARCH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Alpha-Beta 剪枝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for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(auto&amp; a : moves) {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 // 已 MVV-LVA 排序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int score =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-eval_ctx(nx, d-1,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               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-beta, -alpha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, ...);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(score &gt; best)  best  = score;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(score &gt; alpha) alpha = score;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(alpha &gt;= beta)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break;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// beta cutoff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用 [α, β] 窗口剪掉對手不會允許的分枝。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α:我方已保證的下限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β:對手會容許的上限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score ≥ β → 對手不會走 → 剪枝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結果與完整 minimax 相同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最佳排序下約 O(b^(d/2)),深度加倍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搭配 MVV-LVA 排序提高剪枝率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CORE SEARCH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PVS 主變例搜尋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(first) {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           // 主變例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score = -eval(nx, d-1,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-beta, -alpha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 </a:t>
            </a: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else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{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            // 其餘走法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score = -eval(nx, d-1,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-alpha-1, -alpha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零寬窗口意外更優 → 完整窗口重搜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(score &gt; alpha &amp;&amp; score &lt; beta)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score = -eval(nx, d-1,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-beta, -alpha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第一手用完整窗口,其餘用零寬窗口快篩。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零寬窗口 [α, α+1]:只問「是否更好」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布林測試比完整搜尋快很多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排序良好時,重搜很少發生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因此比一般 alpha-beta 更快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實際對局採用此演算法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MOVE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走法排序:讓剪枝有效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吃子:MVV-LVA;殺手:-1;安靜:-10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int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as = av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? (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piece_val[av]*10 - piece_val[aa]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: (a_kill ?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-1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: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-10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根節點先試置換表走法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rotate(moves, tt_move);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好棋先試,剪枝才會有效。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順序:置換表手 → 吃子 → 殺手 → 安靜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MVV-LVA:吃大子、用小子吃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殺手:曾造成 cutoff 的安靜走法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置換表手:前一層算出的最佳手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好棋先試 → 更早 cutoff → 看更深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QUIESCENCE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靜止搜尋:避免視界效應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int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stand_pat = evaluate(...);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(stand_pat &gt;= beta) </a:t>
            </a: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beta;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(stand_pat &gt; alpha) alpha = stand_pat;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delta 剪枝:吃了也拉不回 alpha 就跳過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(stand_pat + capture_val[cap] + 50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                   &lt; alpha)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continue;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只搜吃子,直到局面安靜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葉節點只追吃子到安靜才評估。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視界效應:停在被吃子前會誤判佔優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stand-pat:「不吃」的評估基準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delta pruning:跳過無望的吃子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上限 MAX_QDEPTH = 8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讓葉節點的評估在戰術上可靠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TRANSPOSITION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置換表 與 Zobrist 雜湊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探測:同局面直接重用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TTEntry&amp; e = g_tt[key &amp; TT_MASK];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(e.key == key &amp;&amp; e.depth &gt;= depth) 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  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(e.flag == TT_EXACT) </a:t>
            </a: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e.score;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Zobrist 增量更新(走子時)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h ^= zob[p][orig][from];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// 移出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h ^= zob[p][moved][to];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// 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快取局面結果;雜湊 O(1) 增量更新。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100 萬筆(TT_BITS = 20)雜湊表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key 驗證碰撞;深度優先替換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存深度、分數、界限、最佳走法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Zobrist:每(子,格,色)一隨機數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將死分數依 ply 正規化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SELECTIVE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選擇性深度:延伸 / 縮減 / 裁剪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將軍延伸:強制應對多搜 1 層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int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ext = (ply&lt;20 &amp;&amp; nx-&gt;is_king_attacked())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      ?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1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: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0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後期走法縮減 (LMR)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(!ext &amp;&amp; depth&gt;=3 &amp;&amp; move_index&gt;=3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         &amp;&amp; !capture) reduction =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1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空著裁剪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(null_score &gt;= beta) </a:t>
            </a: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beta;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把搜尋深度花在關鍵的著法上。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將軍延伸:被將軍的線多搜 1 層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LMR:後段安靜手先搜淺,意外才重搜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空著裁剪:跳一手仍 ≥ β 就剪枝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期望窗口:窄窗口 ±50 提高剪枝率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皆為啟發式,設條件控制風險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評估函數:為局面打分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434340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self_score += kp_material[piece];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// 材料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self_score += pst[piece-1][row][col];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// 位置表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self_score += king_tropism(...);</a:t>
            </a: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      // 王接近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 + 通路兵 / 車開放線 / 兵形罰分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bonus +=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3 * (self_mob - oppn_mob)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return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self_score - oppn_score + bonus;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分數 = 我方總分 − 對方總分(走子方視角)。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材料:兵20 馬60 象65 車100 后200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位置表 PST:每子每格的位置加分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王接近度:子力靠近敵王給壓力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通路兵 / 車開放線 / 兵形(疊兵孤兵扣分)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機動力:可走步數差 ×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THE KEY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關鍵修復:根節點存入置換表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27632"/>
            <a:ext cx="6400800" cy="3246120"/>
          </a:xfrm>
          <a:prstGeom prst="roundRect">
            <a:avLst>
              <a:gd name="adj" fmla="val 3000"/>
            </a:avLst>
          </a:prstGeom>
          <a:solidFill>
            <a:srgbClr val="12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10512"/>
            <a:ext cx="5888736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86C2A6"/>
                </a:solidFill>
                <a:latin typeface="Consolas"/>
                <a:cs typeface="Consolas"/>
                <a:ea typeface="Microsoft JhengHei"/>
              </a:rPr>
              <a:t>// 每層結束:把根節點最佳手寫入 TT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8FB6FF"/>
                </a:solidFill>
                <a:latin typeface="Consolas"/>
                <a:cs typeface="Consolas"/>
                <a:ea typeface="Microsoft JhengHei"/>
              </a:rPr>
              <a:t>if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(best_move != Move{} &amp;&amp; !ctx.stop) 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TTEntry&amp; rt = g_tt[root_key &amp; TT_MASK];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rt.key       = root_key;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rt.best_move = </a:t>
            </a:r>
            <a:r>
              <a:rPr sz="1150">
                <a:solidFill>
                  <a:srgbClr val="FFC24B"/>
                </a:solidFill>
                <a:latin typeface="Consolas"/>
                <a:cs typeface="Consolas"/>
                <a:ea typeface="Microsoft JhengHei"/>
              </a:rPr>
              <a:t>pack_move(best_move)</a:t>
            </a: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rt.depth     = depth;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  rt.flag      = TT_EXACT;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6ECF7"/>
                </a:solidFill>
                <a:latin typeface="Consolas"/>
                <a:cs typeface="Consolas"/>
                <a:ea typeface="Microsoft JhengHei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83080"/>
            <a:ext cx="448056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5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限時被中斷時,不再走出敗著。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舊版:每層用吃子排序,把「會輸的吃子」排第一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被 kill 取最後回報手 → 開局第 7 手被將死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新版:每層先搜、先回報真正最佳手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350" b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固定深度本來就對 → 補上「限時」這條路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74920"/>
            <a:ext cx="6400800" cy="8686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640080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結果:Weak  </a:t>
            </a:r>
            <a:r>
              <a:rPr sz="1800" b="1">
                <a:solidFill>
                  <a:srgbClr val="FF8A80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  <a:r>
              <a:rPr sz="15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  →  </a:t>
            </a:r>
            <a:r>
              <a:rPr sz="19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成果:對三個對手全勝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測試設定:每步 2000ms、各 10 局、雙方輪流先手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Weak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274320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7176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90%</a:t>
            </a:r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Boss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74320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2792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70%</a:t>
            </a:r>
            <a:r>
              <a:rPr sz="13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400" b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關鍵修正(根節點存入 TT)讓三個對手皆達穩定全勝。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8872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這是一個以 Negamax 為基礎、採用迭代加深的 PVS 引擎: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alpha-beta + PVS 為核心,搭配置換表與 MVV-LVA/殺手排序讓剪枝有效,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靜止搜尋避免戰術失誤,再以延伸/縮減/裁剪把深度花在關鍵處,餵給完整評估函數。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PVS 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 alpha-beta 更快收斂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置換表 + 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讓搜尋看得更深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根節點存 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修掉限時敗著:40%→100%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謝謝聆聽 · Weak / Strong / Boss 全數 10:0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